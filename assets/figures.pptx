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9"/>
  </p:normalViewPr>
  <p:slideViewPr>
    <p:cSldViewPr>
      <p:cViewPr>
        <p:scale>
          <a:sx n="172" d="100"/>
          <a:sy n="172" d="100"/>
        </p:scale>
        <p:origin x="-1728" y="-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2E98-84C2-F2EB-0918-F7035D66D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403B01-76C0-85F2-F12B-986AE8564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9A3AD-A0DB-7E4F-D488-1B910F185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78A5-6787-5240-B57F-5A5E4F56CB80}" type="datetimeFigureOut">
              <a:rPr lang="en-US" smtClean="0"/>
              <a:t>8/15/22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3E04B-1B32-E309-203E-F1DEB7933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DFAB0-79E8-F157-5BD0-58096789F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9A4C9-7665-9642-B5B9-9C26EA58A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788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2CE09-1902-6EB9-556E-1C64CA18F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A789E-6A0B-3039-CF5A-7D3F7D409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DD9DD-B944-437F-8970-8D5AD2B59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78A5-6787-5240-B57F-5A5E4F56CB80}" type="datetimeFigureOut">
              <a:rPr lang="en-US" smtClean="0"/>
              <a:t>8/15/22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E86AA-6B1E-3F59-ABAC-5BD942FF3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2D1A4-8D68-151A-EF6C-90C41D1B5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9A4C9-7665-9642-B5B9-9C26EA58A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21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A4B80-CAF1-C7E9-2448-AE2E57452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A7174-44CF-9D63-5762-449DBA157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D709D-41ED-5741-E6C5-ECB08BAFF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78A5-6787-5240-B57F-5A5E4F56CB80}" type="datetimeFigureOut">
              <a:rPr lang="en-US" smtClean="0"/>
              <a:t>8/15/22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CEB9D-4C9A-5D68-57C7-A39DCC8C5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C8874-FE92-502B-E836-00C00C913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9A4C9-7665-9642-B5B9-9C26EA58A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705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8DA49-D84E-9983-40C9-1690F7A9C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F29FF-061B-98C4-2593-68E713044B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FA70F-03DB-17C2-A094-7024B6B28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1064F-7ED9-E7E1-7602-DC5E29E1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78A5-6787-5240-B57F-5A5E4F56CB80}" type="datetimeFigureOut">
              <a:rPr lang="en-US" smtClean="0"/>
              <a:t>8/15/22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3B533-E498-1E46-BC09-442EFA0E3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C1751-4CE9-E433-D53C-DD3382375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9A4C9-7665-9642-B5B9-9C26EA58A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698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DC447-B9A0-9F14-1E31-823E96920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6CD06-31EF-F3D4-C9F6-083758939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0B8552-F3CD-AC38-C207-253BEB4B8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8BD2FC-535B-A7C6-D651-E1742E64C6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188EA-2285-BD04-2F2F-DD37CD6B41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5857D0-6EEF-3A8D-701C-4A9CD6CE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78A5-6787-5240-B57F-5A5E4F56CB80}" type="datetimeFigureOut">
              <a:rPr lang="en-US" smtClean="0"/>
              <a:t>8/15/22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DDA9E4-9496-66C9-8988-3AA300B5D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19829-13E1-BB28-E01D-0975C7387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9A4C9-7665-9642-B5B9-9C26EA58A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12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A66FD-5174-460B-C4BF-ED1505FF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70FE49-1228-4F00-5973-9FFD04726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78A5-6787-5240-B57F-5A5E4F56CB80}" type="datetimeFigureOut">
              <a:rPr lang="en-US" smtClean="0"/>
              <a:t>8/15/22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01810-4BAF-85DD-6921-4EE5792D0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65663C-377D-7B1E-65ED-B44E4790C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9A4C9-7665-9642-B5B9-9C26EA58A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323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D2EE1F-7BF7-DDEC-6D20-3B80224C6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78A5-6787-5240-B57F-5A5E4F56CB80}" type="datetimeFigureOut">
              <a:rPr lang="en-US" smtClean="0"/>
              <a:t>8/15/22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2F49C2-CEA5-510B-6DC9-F8958F23D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51360-5A2E-A2EC-7E93-ABD881E70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9A4C9-7665-9642-B5B9-9C26EA58A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580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E2198-C3C6-8D8F-E559-4CD6AB118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5F076-2112-B401-783A-F77A7C131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E3F52E-FD8F-19B4-5401-5D37E4D9F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33DB8-4913-08BA-D457-3A80359E3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78A5-6787-5240-B57F-5A5E4F56CB80}" type="datetimeFigureOut">
              <a:rPr lang="en-US" smtClean="0"/>
              <a:t>8/15/22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7AC212-4E50-3D5B-CE77-FD46DA95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1D282-17E7-772A-28D4-93166C26B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9A4C9-7665-9642-B5B9-9C26EA58A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387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CF64A-EB5D-1291-9644-F13D19F30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D919A2-48AB-32D8-0122-CB8D921D0A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A1F277-0554-BBDF-C0CF-371DE6AC8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F1FC8-E11A-1F27-956E-AD8B04FDC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78A5-6787-5240-B57F-5A5E4F56CB80}" type="datetimeFigureOut">
              <a:rPr lang="en-US" smtClean="0"/>
              <a:t>8/15/22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3F379-23AB-7802-C372-2B5720F8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4DE73-05AA-A708-3294-DE234D42C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9A4C9-7665-9642-B5B9-9C26EA58A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67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DF8D8-11B7-C916-A0B0-9E145C32C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28E7F-F29A-6DAC-28BE-F349E1771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59E02-110F-3FF6-1F37-D9291EA0E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78A5-6787-5240-B57F-5A5E4F56CB80}" type="datetimeFigureOut">
              <a:rPr lang="en-US" smtClean="0"/>
              <a:t>8/15/22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22DF7-B48A-99AC-842E-67454D768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C2A13-8030-29BF-80FC-1D703B6ED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9A4C9-7665-9642-B5B9-9C26EA58A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332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260FB3-446F-33D8-18E0-A604BE995E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61C8E-D4A0-BA30-78EB-D8B3F35E5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E2CE9-F9B0-84A8-798B-CEDA36B3A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D78A5-6787-5240-B57F-5A5E4F56CB80}" type="datetimeFigureOut">
              <a:rPr lang="en-US" smtClean="0"/>
              <a:t>8/15/22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832FE-BDA0-5D04-B559-CF86FBAA5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947BB-7CA3-DD4C-2290-FB5D51000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9A4C9-7665-9642-B5B9-9C26EA58A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598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1D03E2-5F2C-0D89-71B6-E25863335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4F44F-DEC9-EDC0-1972-CD27F315C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7E5FB-C4D7-04EA-49E1-D6EF680EC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AD78A5-6787-5240-B57F-5A5E4F56CB80}" type="datetimeFigureOut">
              <a:rPr lang="en-US" smtClean="0"/>
              <a:t>8/15/22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7179A-675B-9C3B-D580-D8087B3FB7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77ABD-1931-10DA-6A5B-04A35FF8E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9A4C9-7665-9642-B5B9-9C26EA58A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72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7ECA9B-D937-3514-3455-94362EC6839C}"/>
              </a:ext>
            </a:extLst>
          </p:cNvPr>
          <p:cNvCxnSpPr>
            <a:cxnSpLocks/>
          </p:cNvCxnSpPr>
          <p:nvPr/>
        </p:nvCxnSpPr>
        <p:spPr>
          <a:xfrm>
            <a:off x="3355731" y="1380016"/>
            <a:ext cx="2743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E4FBA8-806F-8144-F194-8936CDE6FAE9}"/>
              </a:ext>
            </a:extLst>
          </p:cNvPr>
          <p:cNvCxnSpPr>
            <a:cxnSpLocks/>
          </p:cNvCxnSpPr>
          <p:nvPr/>
        </p:nvCxnSpPr>
        <p:spPr>
          <a:xfrm>
            <a:off x="3352800" y="2294416"/>
            <a:ext cx="2743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5D2C86E-8C31-8DB2-2947-66D347F26071}"/>
              </a:ext>
            </a:extLst>
          </p:cNvPr>
          <p:cNvCxnSpPr>
            <a:cxnSpLocks/>
          </p:cNvCxnSpPr>
          <p:nvPr/>
        </p:nvCxnSpPr>
        <p:spPr>
          <a:xfrm>
            <a:off x="3352800" y="3208816"/>
            <a:ext cx="2743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DF66ADF-E829-FCBC-86AF-D40FF8495CCD}"/>
              </a:ext>
            </a:extLst>
          </p:cNvPr>
          <p:cNvCxnSpPr>
            <a:cxnSpLocks/>
          </p:cNvCxnSpPr>
          <p:nvPr/>
        </p:nvCxnSpPr>
        <p:spPr>
          <a:xfrm>
            <a:off x="3352800" y="4114800"/>
            <a:ext cx="2743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B067FBC-0B28-CC1C-4D74-B9A30C7E319E}"/>
              </a:ext>
            </a:extLst>
          </p:cNvPr>
          <p:cNvCxnSpPr>
            <a:cxnSpLocks/>
          </p:cNvCxnSpPr>
          <p:nvPr/>
        </p:nvCxnSpPr>
        <p:spPr>
          <a:xfrm>
            <a:off x="3351335" y="1380016"/>
            <a:ext cx="0" cy="27347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C0A6776-27F0-D0DD-4975-8F59A2E21F3B}"/>
              </a:ext>
            </a:extLst>
          </p:cNvPr>
          <p:cNvCxnSpPr>
            <a:cxnSpLocks/>
          </p:cNvCxnSpPr>
          <p:nvPr/>
        </p:nvCxnSpPr>
        <p:spPr>
          <a:xfrm>
            <a:off x="4265735" y="1380016"/>
            <a:ext cx="0" cy="27347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A325B2F-019A-E4B4-FC3A-DC1F527CC29E}"/>
              </a:ext>
            </a:extLst>
          </p:cNvPr>
          <p:cNvCxnSpPr>
            <a:cxnSpLocks/>
          </p:cNvCxnSpPr>
          <p:nvPr/>
        </p:nvCxnSpPr>
        <p:spPr>
          <a:xfrm>
            <a:off x="5180135" y="1380016"/>
            <a:ext cx="0" cy="27347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78DD47A-A121-D354-DE00-62CE04B59C95}"/>
              </a:ext>
            </a:extLst>
          </p:cNvPr>
          <p:cNvCxnSpPr>
            <a:cxnSpLocks/>
          </p:cNvCxnSpPr>
          <p:nvPr/>
        </p:nvCxnSpPr>
        <p:spPr>
          <a:xfrm>
            <a:off x="6094535" y="1380016"/>
            <a:ext cx="0" cy="27347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Up Arrow 3">
            <a:extLst>
              <a:ext uri="{FF2B5EF4-FFF2-40B4-BE49-F238E27FC236}">
                <a16:creationId xmlns:a16="http://schemas.microsoft.com/office/drawing/2014/main" id="{8FBC4C28-5239-3DE4-28CD-455ECD98C235}"/>
              </a:ext>
            </a:extLst>
          </p:cNvPr>
          <p:cNvSpPr/>
          <p:nvPr/>
        </p:nvSpPr>
        <p:spPr>
          <a:xfrm>
            <a:off x="3200400" y="1066800"/>
            <a:ext cx="304800" cy="533400"/>
          </a:xfrm>
          <a:prstGeom prst="upArrow">
            <a:avLst/>
          </a:prstGeom>
          <a:solidFill>
            <a:schemeClr val="bg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Up Arrow 4">
            <a:extLst>
              <a:ext uri="{FF2B5EF4-FFF2-40B4-BE49-F238E27FC236}">
                <a16:creationId xmlns:a16="http://schemas.microsoft.com/office/drawing/2014/main" id="{A827DE60-2B11-CEC7-FD23-B41FBBC8A6DF}"/>
              </a:ext>
            </a:extLst>
          </p:cNvPr>
          <p:cNvSpPr/>
          <p:nvPr/>
        </p:nvSpPr>
        <p:spPr>
          <a:xfrm rot="10800000">
            <a:off x="4114800" y="1066800"/>
            <a:ext cx="304800" cy="533400"/>
          </a:xfrm>
          <a:prstGeom prst="upArrow">
            <a:avLst/>
          </a:prstGeom>
          <a:solidFill>
            <a:schemeClr val="bg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Up Arrow 5">
            <a:extLst>
              <a:ext uri="{FF2B5EF4-FFF2-40B4-BE49-F238E27FC236}">
                <a16:creationId xmlns:a16="http://schemas.microsoft.com/office/drawing/2014/main" id="{A9293B27-9279-E732-3741-52D0782B9551}"/>
              </a:ext>
            </a:extLst>
          </p:cNvPr>
          <p:cNvSpPr/>
          <p:nvPr/>
        </p:nvSpPr>
        <p:spPr>
          <a:xfrm>
            <a:off x="5029200" y="1066800"/>
            <a:ext cx="304800" cy="533400"/>
          </a:xfrm>
          <a:prstGeom prst="upArrow">
            <a:avLst/>
          </a:prstGeom>
          <a:solidFill>
            <a:schemeClr val="bg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Up Arrow 6">
            <a:extLst>
              <a:ext uri="{FF2B5EF4-FFF2-40B4-BE49-F238E27FC236}">
                <a16:creationId xmlns:a16="http://schemas.microsoft.com/office/drawing/2014/main" id="{B0700D4B-4C2C-6ECA-4A84-3812AE7E3E7E}"/>
              </a:ext>
            </a:extLst>
          </p:cNvPr>
          <p:cNvSpPr/>
          <p:nvPr/>
        </p:nvSpPr>
        <p:spPr>
          <a:xfrm>
            <a:off x="3200400" y="1981200"/>
            <a:ext cx="304800" cy="533400"/>
          </a:xfrm>
          <a:prstGeom prst="upArrow">
            <a:avLst/>
          </a:prstGeom>
          <a:solidFill>
            <a:schemeClr val="bg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Up Arrow 7">
            <a:extLst>
              <a:ext uri="{FF2B5EF4-FFF2-40B4-BE49-F238E27FC236}">
                <a16:creationId xmlns:a16="http://schemas.microsoft.com/office/drawing/2014/main" id="{6208154D-9130-3337-514F-3B4A4C572A2F}"/>
              </a:ext>
            </a:extLst>
          </p:cNvPr>
          <p:cNvSpPr/>
          <p:nvPr/>
        </p:nvSpPr>
        <p:spPr>
          <a:xfrm rot="10800000">
            <a:off x="4114800" y="1981200"/>
            <a:ext cx="304800" cy="533400"/>
          </a:xfrm>
          <a:prstGeom prst="upArrow">
            <a:avLst/>
          </a:prstGeom>
          <a:solidFill>
            <a:schemeClr val="bg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Up Arrow 8">
            <a:extLst>
              <a:ext uri="{FF2B5EF4-FFF2-40B4-BE49-F238E27FC236}">
                <a16:creationId xmlns:a16="http://schemas.microsoft.com/office/drawing/2014/main" id="{A500E8A9-6195-4DF7-C633-957D4B82D0FC}"/>
              </a:ext>
            </a:extLst>
          </p:cNvPr>
          <p:cNvSpPr/>
          <p:nvPr/>
        </p:nvSpPr>
        <p:spPr>
          <a:xfrm>
            <a:off x="5029200" y="1981200"/>
            <a:ext cx="304800" cy="533400"/>
          </a:xfrm>
          <a:prstGeom prst="upArrow">
            <a:avLst/>
          </a:prstGeom>
          <a:solidFill>
            <a:schemeClr val="bg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Up Arrow 9">
            <a:extLst>
              <a:ext uri="{FF2B5EF4-FFF2-40B4-BE49-F238E27FC236}">
                <a16:creationId xmlns:a16="http://schemas.microsoft.com/office/drawing/2014/main" id="{EB46CEC6-53DD-1216-9CD9-6309917E80A4}"/>
              </a:ext>
            </a:extLst>
          </p:cNvPr>
          <p:cNvSpPr/>
          <p:nvPr/>
        </p:nvSpPr>
        <p:spPr>
          <a:xfrm rot="10800000">
            <a:off x="3200400" y="2895600"/>
            <a:ext cx="304800" cy="533400"/>
          </a:xfrm>
          <a:prstGeom prst="upArrow">
            <a:avLst/>
          </a:prstGeom>
          <a:solidFill>
            <a:schemeClr val="bg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Up Arrow 10">
            <a:extLst>
              <a:ext uri="{FF2B5EF4-FFF2-40B4-BE49-F238E27FC236}">
                <a16:creationId xmlns:a16="http://schemas.microsoft.com/office/drawing/2014/main" id="{867411B7-332E-A9DE-A7E2-DCDEE05168CE}"/>
              </a:ext>
            </a:extLst>
          </p:cNvPr>
          <p:cNvSpPr/>
          <p:nvPr/>
        </p:nvSpPr>
        <p:spPr>
          <a:xfrm>
            <a:off x="4114800" y="2895600"/>
            <a:ext cx="304800" cy="533400"/>
          </a:xfrm>
          <a:prstGeom prst="upArrow">
            <a:avLst/>
          </a:prstGeom>
          <a:solidFill>
            <a:schemeClr val="bg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Up Arrow 11">
            <a:extLst>
              <a:ext uri="{FF2B5EF4-FFF2-40B4-BE49-F238E27FC236}">
                <a16:creationId xmlns:a16="http://schemas.microsoft.com/office/drawing/2014/main" id="{F822E39B-FBFE-1F7F-1632-EE19DB64FD0D}"/>
              </a:ext>
            </a:extLst>
          </p:cNvPr>
          <p:cNvSpPr/>
          <p:nvPr/>
        </p:nvSpPr>
        <p:spPr>
          <a:xfrm>
            <a:off x="5029200" y="2895600"/>
            <a:ext cx="304800" cy="533400"/>
          </a:xfrm>
          <a:prstGeom prst="upArrow">
            <a:avLst/>
          </a:prstGeom>
          <a:solidFill>
            <a:schemeClr val="bg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Up Arrow 12">
            <a:extLst>
              <a:ext uri="{FF2B5EF4-FFF2-40B4-BE49-F238E27FC236}">
                <a16:creationId xmlns:a16="http://schemas.microsoft.com/office/drawing/2014/main" id="{C8678793-F0E7-3555-D216-11D7171294C5}"/>
              </a:ext>
            </a:extLst>
          </p:cNvPr>
          <p:cNvSpPr/>
          <p:nvPr/>
        </p:nvSpPr>
        <p:spPr>
          <a:xfrm>
            <a:off x="5943600" y="1066800"/>
            <a:ext cx="304800" cy="533400"/>
          </a:xfrm>
          <a:prstGeom prst="upArrow">
            <a:avLst/>
          </a:prstGeom>
          <a:solidFill>
            <a:schemeClr val="bg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Up Arrow 13">
            <a:extLst>
              <a:ext uri="{FF2B5EF4-FFF2-40B4-BE49-F238E27FC236}">
                <a16:creationId xmlns:a16="http://schemas.microsoft.com/office/drawing/2014/main" id="{2B802BC7-8BFB-F6AD-6980-DE4C8C7ECFC1}"/>
              </a:ext>
            </a:extLst>
          </p:cNvPr>
          <p:cNvSpPr/>
          <p:nvPr/>
        </p:nvSpPr>
        <p:spPr>
          <a:xfrm rot="10800000">
            <a:off x="5940669" y="1981200"/>
            <a:ext cx="304800" cy="533400"/>
          </a:xfrm>
          <a:prstGeom prst="upArrow">
            <a:avLst/>
          </a:prstGeom>
          <a:solidFill>
            <a:schemeClr val="bg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Up Arrow 14">
            <a:extLst>
              <a:ext uri="{FF2B5EF4-FFF2-40B4-BE49-F238E27FC236}">
                <a16:creationId xmlns:a16="http://schemas.microsoft.com/office/drawing/2014/main" id="{98620036-5A41-E0C0-298A-BDD4F18B4F60}"/>
              </a:ext>
            </a:extLst>
          </p:cNvPr>
          <p:cNvSpPr/>
          <p:nvPr/>
        </p:nvSpPr>
        <p:spPr>
          <a:xfrm rot="10800000">
            <a:off x="5940669" y="2895600"/>
            <a:ext cx="304800" cy="533400"/>
          </a:xfrm>
          <a:prstGeom prst="upArrow">
            <a:avLst/>
          </a:prstGeom>
          <a:solidFill>
            <a:schemeClr val="bg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Up Arrow 20">
            <a:extLst>
              <a:ext uri="{FF2B5EF4-FFF2-40B4-BE49-F238E27FC236}">
                <a16:creationId xmlns:a16="http://schemas.microsoft.com/office/drawing/2014/main" id="{D78A3FEA-2504-5FB5-C546-4F6B267D73F4}"/>
              </a:ext>
            </a:extLst>
          </p:cNvPr>
          <p:cNvSpPr/>
          <p:nvPr/>
        </p:nvSpPr>
        <p:spPr>
          <a:xfrm>
            <a:off x="3200400" y="3801584"/>
            <a:ext cx="304800" cy="533400"/>
          </a:xfrm>
          <a:prstGeom prst="upArrow">
            <a:avLst/>
          </a:prstGeom>
          <a:solidFill>
            <a:schemeClr val="bg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Up Arrow 21">
            <a:extLst>
              <a:ext uri="{FF2B5EF4-FFF2-40B4-BE49-F238E27FC236}">
                <a16:creationId xmlns:a16="http://schemas.microsoft.com/office/drawing/2014/main" id="{2EF13426-FA4B-88F4-9D99-E6E43C3FE6AA}"/>
              </a:ext>
            </a:extLst>
          </p:cNvPr>
          <p:cNvSpPr/>
          <p:nvPr/>
        </p:nvSpPr>
        <p:spPr>
          <a:xfrm rot="10800000">
            <a:off x="4114800" y="3801584"/>
            <a:ext cx="304800" cy="533400"/>
          </a:xfrm>
          <a:prstGeom prst="upArrow">
            <a:avLst/>
          </a:prstGeom>
          <a:solidFill>
            <a:schemeClr val="bg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Up Arrow 22">
            <a:extLst>
              <a:ext uri="{FF2B5EF4-FFF2-40B4-BE49-F238E27FC236}">
                <a16:creationId xmlns:a16="http://schemas.microsoft.com/office/drawing/2014/main" id="{7259AF4C-DBD4-F8AA-166C-5B22AF5BBFCD}"/>
              </a:ext>
            </a:extLst>
          </p:cNvPr>
          <p:cNvSpPr/>
          <p:nvPr/>
        </p:nvSpPr>
        <p:spPr>
          <a:xfrm>
            <a:off x="5029200" y="3801584"/>
            <a:ext cx="304800" cy="533400"/>
          </a:xfrm>
          <a:prstGeom prst="upArrow">
            <a:avLst/>
          </a:prstGeom>
          <a:solidFill>
            <a:schemeClr val="bg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Up Arrow 23">
            <a:extLst>
              <a:ext uri="{FF2B5EF4-FFF2-40B4-BE49-F238E27FC236}">
                <a16:creationId xmlns:a16="http://schemas.microsoft.com/office/drawing/2014/main" id="{B01488FF-BFB0-A82D-31F2-24B2E2619127}"/>
              </a:ext>
            </a:extLst>
          </p:cNvPr>
          <p:cNvSpPr/>
          <p:nvPr/>
        </p:nvSpPr>
        <p:spPr>
          <a:xfrm rot="10800000">
            <a:off x="5940669" y="3801584"/>
            <a:ext cx="304800" cy="533400"/>
          </a:xfrm>
          <a:prstGeom prst="upArrow">
            <a:avLst/>
          </a:prstGeom>
          <a:solidFill>
            <a:schemeClr val="bg1"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533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Schumm, Gabe, Isaac</dc:creator>
  <cp:lastModifiedBy>Schumm, Gabe, Isaac</cp:lastModifiedBy>
  <cp:revision>1</cp:revision>
  <dcterms:created xsi:type="dcterms:W3CDTF">2022-08-15T20:42:36Z</dcterms:created>
  <dcterms:modified xsi:type="dcterms:W3CDTF">2022-08-15T20:51:24Z</dcterms:modified>
</cp:coreProperties>
</file>